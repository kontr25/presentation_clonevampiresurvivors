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2" r:id="rId6"/>
    <p:sldId id="289" r:id="rId7"/>
    <p:sldId id="261" r:id="rId8"/>
    <p:sldId id="266" r:id="rId9"/>
    <p:sldId id="268" r:id="rId10"/>
    <p:sldId id="293" r:id="rId11"/>
    <p:sldId id="264" r:id="rId12"/>
    <p:sldId id="270" r:id="rId13"/>
    <p:sldId id="278" r:id="rId14"/>
    <p:sldId id="277" r:id="rId15"/>
    <p:sldId id="275" r:id="rId1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32" y="3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C48FB7-4632-4FB7-A822-C8EE7A1BCE57}" type="datetime1">
              <a:rPr lang="ru-RU" smtClean="0"/>
              <a:t>29.06.2023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7D626-816E-4770-8022-B9B504B09470}" type="datetime1">
              <a:rPr lang="ru-RU" smtClean="0"/>
              <a:pPr/>
              <a:t>29.06.2023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51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78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415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579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590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205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290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620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668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75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716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235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2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овестка дн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20XX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Графический объект 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>
              <a:latin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ЗАГОЛОВОК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7" name="Текст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8" name="Текст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4" name="Текст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5" name="Текст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6" name="Текст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7" name="Текст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Дата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20XX г.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3 столбцами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1" name="Текст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2" name="Текст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3" name="Текст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4" name="Текст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3" name="Текст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2 столбц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3" name="Текст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4" name="Текст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Вступлени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Дата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3" name="Текст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6" name="Текст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7" name="Дата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8" name="Нижний колонтитул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объект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ыночное 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Объект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27" name="Объект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Два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20" name="Текст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6" name="Текст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7" name="Текст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8" name="Текст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1" name="Дата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22" name="Нижний колонтитул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24" name="Номер слайда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Диаграмма и таблиц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Заполнитель для диаграммы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Текст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7" name="Текст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8" name="Текст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0" name="Текст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1" name="Текст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2" name="Текст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3" name="Текст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4" name="Текст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5" name="Текст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7" name="Текст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8" name="Текст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9" name="Текст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1" name="Текст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6" name="Дата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37" name="Нижний колонтитул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38" name="Номер слайда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полнитель графического элемента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графический элемент SmartArt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команды: 4 человек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Рисунок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8" name="Рисунок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9" name="Рисунок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команды: 8 челове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Рисунок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8" name="Рисунок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9" name="Рисунок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5" name="Рисунок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6" name="Рисунок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7" name="Рисунок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8" name="Рисунок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4" name="Текст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2" name="Текст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9" name="Текст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3" name="Текст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0" name="Текст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4" name="Текст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1" name="Текст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5" name="Текст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содержимо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4" name="Объект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5" name="Объект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ъект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Дата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22" name="Нижний колонтитул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24" name="Номер слайда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ключ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Дата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noProof="0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881" y="3069235"/>
            <a:ext cx="4941771" cy="1122202"/>
          </a:xfrm>
        </p:spPr>
        <p:txBody>
          <a:bodyPr rtlCol="0"/>
          <a:lstStyle/>
          <a:p>
            <a:pPr rtl="0"/>
            <a:r>
              <a:rPr lang="ru-RU" dirty="0"/>
              <a:t>КОМАНДНАЯ РАЗРАБОТКА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5882" y="4345320"/>
            <a:ext cx="4941770" cy="396660"/>
          </a:xfrm>
        </p:spPr>
        <p:txBody>
          <a:bodyPr rtlCol="0"/>
          <a:lstStyle/>
          <a:p>
            <a:pPr rtl="0"/>
            <a:r>
              <a:rPr lang="ru-RU" i="0" dirty="0">
                <a:solidFill>
                  <a:srgbClr val="191816"/>
                </a:solidFill>
                <a:effectLst/>
              </a:rPr>
              <a:t>Факультет </a:t>
            </a:r>
            <a:r>
              <a:rPr lang="ru-RU" dirty="0">
                <a:solidFill>
                  <a:srgbClr val="191816"/>
                </a:solidFill>
              </a:rPr>
              <a:t>«</a:t>
            </a:r>
            <a:r>
              <a:rPr lang="ru-RU" i="0" dirty="0">
                <a:solidFill>
                  <a:srgbClr val="191816"/>
                </a:solidFill>
                <a:effectLst/>
              </a:rPr>
              <a:t>Разработки игр на </a:t>
            </a:r>
            <a:r>
              <a:rPr lang="en-US" i="0" dirty="0">
                <a:solidFill>
                  <a:srgbClr val="191816"/>
                </a:solidFill>
                <a:effectLst/>
              </a:rPr>
              <a:t>Unity</a:t>
            </a:r>
            <a:r>
              <a:rPr lang="ru-RU" i="0" dirty="0">
                <a:solidFill>
                  <a:srgbClr val="191816"/>
                </a:solidFill>
                <a:effectLst/>
              </a:rPr>
              <a:t>»</a:t>
            </a:r>
            <a:endParaRPr lang="ru-RU" dirty="0"/>
          </a:p>
        </p:txBody>
      </p:sp>
      <p:sp>
        <p:nvSpPr>
          <p:cNvPr id="4" name="Дата 79">
            <a:extLst>
              <a:ext uri="{FF2B5EF4-FFF2-40B4-BE49-F238E27FC236}">
                <a16:creationId xmlns:a16="http://schemas.microsoft.com/office/drawing/2014/main" id="{AEE92D6D-007E-4DA5-842C-8BF181D2B883}"/>
              </a:ext>
            </a:extLst>
          </p:cNvPr>
          <p:cNvSpPr txBox="1">
            <a:spLocks/>
          </p:cNvSpPr>
          <p:nvPr/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rtlCol="0"/>
          <a:lstStyle>
            <a:defPPr rtl="0"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GeekBrains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23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г.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ru-RU" dirty="0"/>
              <a:t>ОПИСАНИЕ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4749" y="2278918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ru-RU" dirty="0"/>
              <a:t>ОБ ИГРЕ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4749" y="2666183"/>
            <a:ext cx="4031030" cy="1057308"/>
          </a:xfrm>
        </p:spPr>
        <p:txBody>
          <a:bodyPr rtlCol="0"/>
          <a:lstStyle/>
          <a:p>
            <a:pPr algn="just" rtl="0"/>
            <a:r>
              <a:rPr lang="ru-RU" dirty="0"/>
              <a:t>Клон </a:t>
            </a:r>
            <a:r>
              <a:rPr lang="ru-RU" dirty="0" err="1"/>
              <a:t>Vampire</a:t>
            </a:r>
            <a:r>
              <a:rPr lang="ru-RU" dirty="0"/>
              <a:t> </a:t>
            </a:r>
            <a:r>
              <a:rPr lang="ru-RU" dirty="0" err="1"/>
              <a:t>Survivors</a:t>
            </a:r>
            <a:r>
              <a:rPr lang="ru-RU" dirty="0"/>
              <a:t> – это казуальная игра в жанре выживание с элементами </a:t>
            </a:r>
            <a:r>
              <a:rPr lang="ru-RU" dirty="0" err="1"/>
              <a:t>rogue-lite</a:t>
            </a:r>
            <a:r>
              <a:rPr lang="ru-RU" dirty="0"/>
              <a:t> в изометрической проекции, в которой игрок отбивается от волн врагов.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685" y="2278918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-RU" dirty="0"/>
              <a:t>ЦЕЛЕВАЯ АУДИТОРИЯ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2669187"/>
            <a:ext cx="4031030" cy="1550473"/>
          </a:xfrm>
        </p:spPr>
        <p:txBody>
          <a:bodyPr rtlCol="0">
            <a:normAutofit fontScale="85000" lnSpcReduction="10000"/>
          </a:bodyPr>
          <a:lstStyle/>
          <a:p>
            <a:pPr algn="just" rtl="0">
              <a:lnSpc>
                <a:spcPct val="120000"/>
              </a:lnSpc>
            </a:pPr>
            <a:r>
              <a:rPr lang="ru-RU" sz="1600" dirty="0"/>
              <a:t>Целевая аудитория казуальных игр может быть довольно широкой, поскольку такие игры обычно разработаны для привлечения широкого круга игроков, включая новичков и тех, кто играет в игры в свободное время без особых требований к навыкам или времени.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4749" y="4485351"/>
            <a:ext cx="4031945" cy="715395"/>
          </a:xfrm>
        </p:spPr>
        <p:txBody>
          <a:bodyPr rtlCol="0">
            <a:noAutofit/>
          </a:bodyPr>
          <a:lstStyle/>
          <a:p>
            <a:pPr rtl="0"/>
            <a:r>
              <a:rPr lang="ru-RU" dirty="0"/>
              <a:t>ДЛИТЕЛЬНОСТЬ ИГРОВОЙ СЕССИИ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5664" y="5200746"/>
            <a:ext cx="4031030" cy="341913"/>
          </a:xfrm>
        </p:spPr>
        <p:txBody>
          <a:bodyPr rtlCol="0"/>
          <a:lstStyle/>
          <a:p>
            <a:pPr rtl="0"/>
            <a:r>
              <a:rPr lang="ru-RU" dirty="0"/>
              <a:t>До 15 минут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85" y="4507614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-RU" dirty="0"/>
              <a:t>ПРОСТОТА УПРАВЛЕНИЯ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 rtlCol="0"/>
          <a:lstStyle/>
          <a:p>
            <a:pPr algn="just" rtl="0"/>
            <a:r>
              <a:rPr lang="ru-RU" dirty="0"/>
              <a:t>Игрок управляет только движением персонажа, применение оружия происходит автоматически.</a:t>
            </a:r>
          </a:p>
        </p:txBody>
      </p:sp>
      <p:sp>
        <p:nvSpPr>
          <p:cNvPr id="80" name="Дата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 dirty="0"/>
              <a:t>20</a:t>
            </a:r>
            <a:r>
              <a:rPr lang="en-US" dirty="0"/>
              <a:t>23 </a:t>
            </a:r>
            <a:r>
              <a:rPr lang="ru-RU" dirty="0"/>
              <a:t>г.</a:t>
            </a:r>
          </a:p>
        </p:txBody>
      </p:sp>
      <p:sp>
        <p:nvSpPr>
          <p:cNvPr id="82" name="Номер слайда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59" y="3867325"/>
            <a:ext cx="3482691" cy="1614643"/>
          </a:xfrm>
        </p:spPr>
        <p:txBody>
          <a:bodyPr rtlCol="0">
            <a:noAutofit/>
          </a:bodyPr>
          <a:lstStyle/>
          <a:p>
            <a:pPr rtl="0"/>
            <a:r>
              <a:rPr lang="ru-RU" dirty="0"/>
              <a:t>Ключевые особенности игр </a:t>
            </a:r>
            <a:r>
              <a:rPr lang="en-US" dirty="0"/>
              <a:t>rogue-lite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1828" y="540104"/>
            <a:ext cx="5433204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-RU" sz="1800" dirty="0"/>
              <a:t>ПЕРМАНЕНТНАЯ СМЕРТЬ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402" y="869529"/>
            <a:ext cx="5431971" cy="557950"/>
          </a:xfrm>
        </p:spPr>
        <p:txBody>
          <a:bodyPr rtlCol="0">
            <a:normAutofit/>
          </a:bodyPr>
          <a:lstStyle/>
          <a:p>
            <a:pPr algn="just" rtl="0"/>
            <a:r>
              <a:rPr lang="ru-RU" sz="1200" dirty="0"/>
              <a:t>При смерти персонаж теряет все приобретенное оружие, пассивные предметы и прогресс. Новую игру он начинает с нуля.</a:t>
            </a:r>
          </a:p>
          <a:p>
            <a:pPr rtl="0"/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18447" y="1484808"/>
            <a:ext cx="5433204" cy="365125"/>
          </a:xfrm>
        </p:spPr>
        <p:txBody>
          <a:bodyPr rtlCol="0">
            <a:normAutofit/>
          </a:bodyPr>
          <a:lstStyle/>
          <a:p>
            <a:pPr rtl="0"/>
            <a:r>
              <a:rPr lang="ru-RU" sz="1800" dirty="0"/>
              <a:t>СЛУЧАЙНОЕ ВЫПАДЕНИЕ ПРЕДМЕТОВ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18447" y="1798963"/>
            <a:ext cx="5431971" cy="717760"/>
          </a:xfrm>
        </p:spPr>
        <p:txBody>
          <a:bodyPr rtlCol="0">
            <a:normAutofit lnSpcReduction="10000"/>
          </a:bodyPr>
          <a:lstStyle/>
          <a:p>
            <a:pPr algn="just" rtl="0">
              <a:lnSpc>
                <a:spcPct val="120000"/>
              </a:lnSpc>
            </a:pPr>
            <a:r>
              <a:rPr lang="ru-RU" sz="1200" dirty="0"/>
              <a:t>Лут выпадает случайным образом. Это означает, что игрок не может быть уверен, что именно он получит при достижении уровня, открытии сундука или при разрушении объектов в игре.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447" y="2693146"/>
            <a:ext cx="5433204" cy="530845"/>
          </a:xfrm>
        </p:spPr>
        <p:txBody>
          <a:bodyPr rtlCol="0">
            <a:noAutofit/>
          </a:bodyPr>
          <a:lstStyle/>
          <a:p>
            <a:pPr rtl="0"/>
            <a:r>
              <a:rPr lang="ru-RU" sz="1800" dirty="0"/>
              <a:t>ПРОГРЕСС И РАЗБЛОКИРОВКА НОВЫХ ВОЗМОЖНОСТЕЙ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8447" y="3247027"/>
            <a:ext cx="5431971" cy="873833"/>
          </a:xfrm>
        </p:spPr>
        <p:txBody>
          <a:bodyPr rtlCol="0">
            <a:normAutofit fontScale="85000" lnSpcReduction="20000"/>
          </a:bodyPr>
          <a:lstStyle/>
          <a:p>
            <a:pPr algn="just" rtl="0">
              <a:lnSpc>
                <a:spcPct val="120000"/>
              </a:lnSpc>
            </a:pPr>
            <a:r>
              <a:rPr lang="ru-RU" dirty="0"/>
              <a:t>Несмотря на механику необратимой смерти, в игре присутствует прогресс. Например, за золотые монеты можно приобрести новых персонажей и пассивные предметы, которые можно использовать в последующих прохождения.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18447" y="4226223"/>
            <a:ext cx="5433204" cy="365125"/>
          </a:xfrm>
        </p:spPr>
        <p:txBody>
          <a:bodyPr rtlCol="0">
            <a:normAutofit/>
          </a:bodyPr>
          <a:lstStyle/>
          <a:p>
            <a:pPr rtl="0"/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ИССЛЕДОВАНИЕ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8447" y="4537241"/>
            <a:ext cx="5431971" cy="557950"/>
          </a:xfrm>
        </p:spPr>
        <p:txBody>
          <a:bodyPr rtlCol="0">
            <a:normAutofit/>
          </a:bodyPr>
          <a:lstStyle/>
          <a:p>
            <a:pPr algn="just" rtl="0"/>
            <a:r>
              <a:rPr lang="ru-RU" sz="1200" dirty="0"/>
              <a:t>Игрок должен перемещаться по карте в поиске разрушаемых объектов, которые появляются случайным образом на карте.</a:t>
            </a:r>
          </a:p>
        </p:txBody>
      </p:sp>
      <p:sp>
        <p:nvSpPr>
          <p:cNvPr id="20" name="Дата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725170" y="6356349"/>
            <a:ext cx="947516" cy="365125"/>
          </a:xfrm>
        </p:spPr>
        <p:txBody>
          <a:bodyPr rtlCol="0"/>
          <a:lstStyle/>
          <a:p>
            <a:pPr rtl="0"/>
            <a:r>
              <a:rPr lang="ru-RU" dirty="0"/>
              <a:t>2023 г.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3</a:t>
            </a:fld>
            <a:endParaRPr lang="ru-RU"/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141DB85C-3B57-4861-9CD3-22DFA8D7CF27}"/>
              </a:ext>
            </a:extLst>
          </p:cNvPr>
          <p:cNvSpPr txBox="1">
            <a:spLocks/>
          </p:cNvSpPr>
          <p:nvPr/>
        </p:nvSpPr>
        <p:spPr>
          <a:xfrm>
            <a:off x="5918447" y="5185343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000000"/>
                </a:solidFill>
                <a:cs typeface="Arial" panose="020B0604020202020204" pitchFamily="34" charset="0"/>
              </a:rPr>
              <a:t>РЕИГРАБЕЛЬНОСТЬ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B81DF6-85C4-4A19-87BF-C5773AE6AD94}"/>
              </a:ext>
            </a:extLst>
          </p:cNvPr>
          <p:cNvSpPr txBox="1"/>
          <p:nvPr/>
        </p:nvSpPr>
        <p:spPr>
          <a:xfrm>
            <a:off x="5918447" y="5498132"/>
            <a:ext cx="5353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Случайное выпадение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лута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в сочетании с механикой смерти делают игру очень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реиграбельной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, поскольку двух одинаковых прохождений не существует.</a:t>
            </a: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5508"/>
            <a:ext cx="4082142" cy="1010842"/>
          </a:xfrm>
        </p:spPr>
        <p:txBody>
          <a:bodyPr rtlCol="0">
            <a:normAutofit/>
          </a:bodyPr>
          <a:lstStyle/>
          <a:p>
            <a:pPr rtl="0"/>
            <a:r>
              <a:rPr lang="ru-RU" b="0" i="0" u="none" strike="noStrike" dirty="0"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Реализованный </a:t>
            </a:r>
            <a:br>
              <a:rPr lang="ru-RU" b="0" i="0" u="none" strike="noStrike" dirty="0">
                <a:solidFill>
                  <a:srgbClr val="000000"/>
                </a:solidFill>
                <a:effectLst/>
                <a:cs typeface="Arial" panose="020B0604020202020204" pitchFamily="34" charset="0"/>
              </a:rPr>
            </a:br>
            <a:r>
              <a:rPr lang="ru-RU" b="0" i="0" u="none" strike="noStrike" dirty="0"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Функционал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03" y="2016055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dirty="0"/>
              <a:t>ПЕРСОНАЖИ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4733" y="3158158"/>
            <a:ext cx="2141764" cy="514350"/>
          </a:xfrm>
        </p:spPr>
        <p:txBody>
          <a:bodyPr rtlCol="0"/>
          <a:lstStyle/>
          <a:p>
            <a:pPr rtl="0"/>
            <a:r>
              <a:rPr lang="ru-RU" dirty="0"/>
              <a:t>улучшения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9636" y="4169496"/>
            <a:ext cx="2141764" cy="514350"/>
          </a:xfrm>
        </p:spPr>
        <p:txBody>
          <a:bodyPr rtlCol="0"/>
          <a:lstStyle/>
          <a:p>
            <a:pPr rtl="0"/>
            <a:r>
              <a:rPr lang="ru-RU" dirty="0"/>
              <a:t>противники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8411" y="2060313"/>
            <a:ext cx="5539095" cy="1010842"/>
          </a:xfrm>
        </p:spPr>
        <p:txBody>
          <a:bodyPr rtlCol="0"/>
          <a:lstStyle/>
          <a:p>
            <a:pPr rtl="0"/>
            <a:r>
              <a:rPr lang="ru-RU" dirty="0"/>
              <a:t>Восемь персонажей с уникальным оружием.</a:t>
            </a:r>
          </a:p>
          <a:p>
            <a:pPr rtl="0"/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11863" y="3068458"/>
            <a:ext cx="5181429" cy="1010842"/>
          </a:xfrm>
        </p:spPr>
        <p:txBody>
          <a:bodyPr rtlCol="0"/>
          <a:lstStyle/>
          <a:p>
            <a:pPr algn="just" rtl="0"/>
            <a:r>
              <a:rPr lang="ru-RU" dirty="0"/>
              <a:t>Оружие можно улучшить до 3 уровня. Двенадцать пассивный предметов, чтобы разнообразить геймплей.</a:t>
            </a:r>
          </a:p>
          <a:p>
            <a:pPr rtl="0"/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11161" y="4164516"/>
            <a:ext cx="5539095" cy="1010842"/>
          </a:xfrm>
        </p:spPr>
        <p:txBody>
          <a:bodyPr rtlCol="0"/>
          <a:lstStyle/>
          <a:p>
            <a:pPr rtl="0"/>
            <a:r>
              <a:rPr lang="ru-RU" dirty="0"/>
              <a:t>В игре присутствуют разнообразные противники, мини-боссы и боссы.</a:t>
            </a:r>
          </a:p>
          <a:p>
            <a:pPr rtl="0"/>
            <a:endParaRPr lang="ru-RU" dirty="0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 dirty="0"/>
              <a:t>2023 г.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rtlCol="0"/>
          <a:lstStyle/>
          <a:p>
            <a:pPr rtl="0"/>
            <a:r>
              <a:rPr lang="ru-RU" dirty="0"/>
              <a:t>МЕНЮ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 dirty="0"/>
              <a:t>2023 г.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7FDC4B8-44BE-438E-8C25-7B612AC14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76" y="1264908"/>
            <a:ext cx="5357039" cy="337736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E53E14E-615D-4089-BA6C-DCAC54A20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530" y="1264908"/>
            <a:ext cx="5680954" cy="438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4281"/>
            <a:ext cx="12192000" cy="940590"/>
          </a:xfrm>
        </p:spPr>
        <p:txBody>
          <a:bodyPr rtlCol="0"/>
          <a:lstStyle/>
          <a:p>
            <a:pPr algn="ctr" rtl="0"/>
            <a:r>
              <a:rPr lang="ru-RU" dirty="0"/>
              <a:t>ГЕЙМПЛЕЙ</a:t>
            </a:r>
          </a:p>
        </p:txBody>
      </p:sp>
      <p:sp>
        <p:nvSpPr>
          <p:cNvPr id="12" name="Дата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 dirty="0"/>
              <a:t>2023 г.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6</a:t>
            </a:fld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C7BA90D-7EE7-4B08-8059-BDB3813C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11" y="1077758"/>
            <a:ext cx="10908036" cy="52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12"/>
            <a:ext cx="12192000" cy="1199503"/>
          </a:xfrm>
        </p:spPr>
        <p:txBody>
          <a:bodyPr lIns="0" rtlCol="0"/>
          <a:lstStyle/>
          <a:p>
            <a:pPr algn="ctr" rtl="0"/>
            <a:r>
              <a:rPr lang="ru-RU" dirty="0"/>
              <a:t>Повышение уровня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 dirty="0"/>
              <a:t>2023 г.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7</a:t>
            </a:fld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AA21D42-2E10-4A97-AA2B-E3CCE4D77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79" y="929490"/>
            <a:ext cx="11206841" cy="534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838899"/>
          </a:xfrm>
        </p:spPr>
        <p:txBody>
          <a:bodyPr rtlCol="0"/>
          <a:lstStyle/>
          <a:p>
            <a:pPr algn="ctr" rtl="0"/>
            <a:r>
              <a:rPr lang="ru-RU" dirty="0"/>
              <a:t>Завершение игры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 dirty="0"/>
              <a:t>2023 г.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8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90684D-0DD7-4C62-8BB3-8B2407B18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11" y="838899"/>
            <a:ext cx="9690377" cy="542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/>
          <a:lstStyle/>
          <a:p>
            <a:pPr rtl="0"/>
            <a:r>
              <a:rPr lang="ru-RU" dirty="0"/>
              <a:t>Дальнейшее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ru-RU" dirty="0"/>
              <a:t>новые локации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В игре будут добавлены новые локации с собственным стилем, противниками и событиями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0595" y="4518719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-RU" dirty="0"/>
              <a:t>Публикация 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23BDF8B9-53DF-46F4-98D4-053D78D610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0169" y="4848144"/>
            <a:ext cx="5431971" cy="557950"/>
          </a:xfrm>
        </p:spPr>
        <p:txBody>
          <a:bodyPr rtlCol="0"/>
          <a:lstStyle/>
          <a:p>
            <a:pPr rtl="0"/>
            <a:r>
              <a:rPr lang="ru-RU" dirty="0"/>
              <a:t>Выпуск игры на игровой интернет-платформе «</a:t>
            </a:r>
            <a:r>
              <a:rPr lang="ru-RU" dirty="0" err="1"/>
              <a:t>Яндекс.Игры</a:t>
            </a:r>
            <a:r>
              <a:rPr lang="ru-RU" dirty="0"/>
              <a:t>»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 dirty="0"/>
              <a:t>2023 г.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9</a:t>
            </a:fld>
            <a:endParaRPr lang="ru-RU"/>
          </a:p>
        </p:txBody>
      </p:sp>
      <p:sp>
        <p:nvSpPr>
          <p:cNvPr id="9" name="Текст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0595" y="3480526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ru-RU" dirty="0"/>
              <a:t>Новые возможности</a:t>
            </a:r>
          </a:p>
        </p:txBody>
      </p:sp>
      <p:sp>
        <p:nvSpPr>
          <p:cNvPr id="10" name="Текст 24">
            <a:extLst>
              <a:ext uri="{FF2B5EF4-FFF2-40B4-BE49-F238E27FC236}">
                <a16:creationId xmlns:a16="http://schemas.microsoft.com/office/drawing/2014/main" id="{23BDF8B9-53DF-46F4-98D4-053D78D610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0169" y="3809951"/>
            <a:ext cx="5431971" cy="557950"/>
          </a:xfrm>
        </p:spPr>
        <p:txBody>
          <a:bodyPr rtlCol="0"/>
          <a:lstStyle/>
          <a:p>
            <a:pPr rtl="0"/>
            <a:r>
              <a:rPr lang="ru-RU" dirty="0"/>
              <a:t>Увеличение игровой сессии до 25 минут. Повышение максимального уровня улучшения оружия и предметов</a:t>
            </a:r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214" y="594526"/>
            <a:ext cx="5431971" cy="846301"/>
          </a:xfrm>
        </p:spPr>
        <p:txBody>
          <a:bodyPr rtlCol="0"/>
          <a:lstStyle/>
          <a:p>
            <a:pPr rtl="0"/>
            <a:r>
              <a:rPr lang="ru-RU" dirty="0"/>
              <a:t>ТЕХНИЧЕСКИЕ АСПЕКТЫ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7214" y="133877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ru-RU" sz="1800" noProof="1"/>
              <a:t>Игровой движок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7703" y="1718649"/>
            <a:ext cx="5431971" cy="557950"/>
          </a:xfrm>
        </p:spPr>
        <p:txBody>
          <a:bodyPr rtlCol="0">
            <a:norm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Unity3D 2021.3.22f1</a:t>
            </a:r>
            <a:endParaRPr lang="ru-RU" noProof="1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15981" y="2284176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ru-RU" sz="1800" noProof="1"/>
              <a:t>Среда разработки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15555" y="2649301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n-US" noProof="1"/>
              <a:t>Visual Studio, Rider</a:t>
            </a:r>
            <a:endParaRPr lang="ru-RU" noProof="1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4322" y="3186341"/>
            <a:ext cx="5433204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-RU" sz="1800" noProof="1"/>
              <a:t>Архитектура приложения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4322" y="3563729"/>
            <a:ext cx="5431971" cy="365125"/>
          </a:xfrm>
        </p:spPr>
        <p:txBody>
          <a:bodyPr rtlCol="0">
            <a:normAutofit/>
          </a:bodyPr>
          <a:lstStyle/>
          <a:p>
            <a:pPr rtl="0"/>
            <a:r>
              <a:rPr lang="en-US" noProof="1"/>
              <a:t>MVP</a:t>
            </a:r>
            <a:endParaRPr lang="ru-RU" noProof="1"/>
          </a:p>
        </p:txBody>
      </p:sp>
      <p:sp>
        <p:nvSpPr>
          <p:cNvPr id="32" name="Дата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ru-RU" dirty="0"/>
              <a:t>20</a:t>
            </a:r>
            <a:r>
              <a:rPr lang="en-US" dirty="0"/>
              <a:t>23 </a:t>
            </a:r>
            <a:r>
              <a:rPr lang="ru-RU" dirty="0"/>
              <a:t>г.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10</a:t>
            </a:fld>
            <a:endParaRPr lang="ru-RU" dirty="0"/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26F55BEB-A3E5-4038-BC4E-60504921D455}"/>
              </a:ext>
            </a:extLst>
          </p:cNvPr>
          <p:cNvSpPr txBox="1">
            <a:spLocks/>
          </p:cNvSpPr>
          <p:nvPr/>
        </p:nvSpPr>
        <p:spPr>
          <a:xfrm>
            <a:off x="5920595" y="4152652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noProof="1"/>
              <a:t>Система контроля версий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F6771E9C-1B7B-4A62-9AB6-99B290D5A316}"/>
              </a:ext>
            </a:extLst>
          </p:cNvPr>
          <p:cNvSpPr txBox="1">
            <a:spLocks/>
          </p:cNvSpPr>
          <p:nvPr/>
        </p:nvSpPr>
        <p:spPr>
          <a:xfrm>
            <a:off x="5920595" y="4530040"/>
            <a:ext cx="5431971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/>
              <a:t>Git</a:t>
            </a:r>
            <a:endParaRPr lang="ru-RU" noProof="1"/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83FB3912-1F8E-417D-99A9-F20FB480156E}"/>
              </a:ext>
            </a:extLst>
          </p:cNvPr>
          <p:cNvSpPr txBox="1">
            <a:spLocks/>
          </p:cNvSpPr>
          <p:nvPr/>
        </p:nvSpPr>
        <p:spPr>
          <a:xfrm>
            <a:off x="5913089" y="5154100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noProof="1"/>
              <a:t>ПОДДЕРЖИВАЕМЫЕ ПЛАТФОРМЫ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534C63FA-F5FF-4D18-AE51-7F91AB64F947}"/>
              </a:ext>
            </a:extLst>
          </p:cNvPr>
          <p:cNvSpPr txBox="1">
            <a:spLocks/>
          </p:cNvSpPr>
          <p:nvPr/>
        </p:nvSpPr>
        <p:spPr>
          <a:xfrm>
            <a:off x="5913089" y="5531488"/>
            <a:ext cx="5431971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ПК,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Android</a:t>
            </a:r>
            <a:endParaRPr lang="ru-RU" sz="1100" noProof="1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594101" cy="1325563"/>
          </a:xfrm>
        </p:spPr>
        <p:txBody>
          <a:bodyPr rtlCol="0"/>
          <a:lstStyle/>
          <a:p>
            <a:pPr rtl="0"/>
            <a:r>
              <a:rPr lang="ru-RU" dirty="0"/>
              <a:t>Команда разработчиков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558643"/>
            <a:ext cx="1921429" cy="2884896"/>
          </a:xfrm>
        </p:spPr>
        <p:txBody>
          <a:bodyPr rtlCol="0">
            <a:normAutofit/>
          </a:bodyPr>
          <a:lstStyle/>
          <a:p>
            <a:pPr rtl="0">
              <a:lnSpc>
                <a:spcPct val="100000"/>
              </a:lnSpc>
            </a:pPr>
            <a:r>
              <a:rPr lang="ru-RU" dirty="0"/>
              <a:t>Бойков Антон </a:t>
            </a:r>
          </a:p>
          <a:p>
            <a:pPr rtl="0">
              <a:lnSpc>
                <a:spcPct val="100000"/>
              </a:lnSpc>
            </a:pPr>
            <a:r>
              <a:rPr lang="ru-RU" dirty="0" err="1"/>
              <a:t>Бураев</a:t>
            </a:r>
            <a:r>
              <a:rPr lang="ru-RU" dirty="0"/>
              <a:t> Артем</a:t>
            </a:r>
          </a:p>
          <a:p>
            <a:pPr rtl="0">
              <a:lnSpc>
                <a:spcPct val="100000"/>
              </a:lnSpc>
            </a:pPr>
            <a:r>
              <a:rPr lang="ru-RU" dirty="0"/>
              <a:t>Губайдуллин Ринат</a:t>
            </a:r>
          </a:p>
          <a:p>
            <a:pPr rtl="0">
              <a:lnSpc>
                <a:spcPct val="100000"/>
              </a:lnSpc>
            </a:pPr>
            <a:r>
              <a:rPr lang="ru-RU" dirty="0"/>
              <a:t>Дёмин Артем</a:t>
            </a:r>
          </a:p>
          <a:p>
            <a:pPr rtl="0">
              <a:lnSpc>
                <a:spcPct val="100000"/>
              </a:lnSpc>
            </a:pPr>
            <a:r>
              <a:rPr lang="ru-RU" dirty="0"/>
              <a:t>Иванов Евгений</a:t>
            </a:r>
          </a:p>
          <a:p>
            <a:pPr rtl="0">
              <a:lnSpc>
                <a:spcPct val="100000"/>
              </a:lnSpc>
            </a:pPr>
            <a:r>
              <a:rPr lang="ru-RU" dirty="0" err="1"/>
              <a:t>Кабылбеков</a:t>
            </a:r>
            <a:r>
              <a:rPr lang="ru-RU" dirty="0"/>
              <a:t> </a:t>
            </a:r>
            <a:r>
              <a:rPr lang="ru-RU" dirty="0" err="1"/>
              <a:t>Галым</a:t>
            </a:r>
            <a:endParaRPr lang="ru-RU" dirty="0"/>
          </a:p>
          <a:p>
            <a:pPr rtl="0">
              <a:lnSpc>
                <a:spcPct val="100000"/>
              </a:lnSpc>
            </a:pPr>
            <a:r>
              <a:rPr lang="ru-RU" dirty="0"/>
              <a:t>Леонов Алексей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en-US" dirty="0"/>
              <a:t>2023 </a:t>
            </a:r>
            <a:r>
              <a:rPr lang="ru-RU" dirty="0"/>
              <a:t>г.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11</a:t>
            </a:fld>
            <a:endParaRPr lang="ru-RU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4786F0A8-AB05-4DFD-81E6-6C01180240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231299" y="2558643"/>
            <a:ext cx="2171211" cy="3037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dirty="0"/>
              <a:t>Леонов Артем</a:t>
            </a:r>
          </a:p>
          <a:p>
            <a:pPr>
              <a:lnSpc>
                <a:spcPct val="100000"/>
              </a:lnSpc>
            </a:pPr>
            <a:r>
              <a:rPr lang="ru-RU" dirty="0"/>
              <a:t>Малов Павел</a:t>
            </a:r>
          </a:p>
          <a:p>
            <a:pPr>
              <a:lnSpc>
                <a:spcPct val="100000"/>
              </a:lnSpc>
            </a:pPr>
            <a:r>
              <a:rPr lang="ru-RU" dirty="0"/>
              <a:t>Моисеев Игорь</a:t>
            </a:r>
          </a:p>
          <a:p>
            <a:pPr>
              <a:lnSpc>
                <a:spcPct val="100000"/>
              </a:lnSpc>
            </a:pPr>
            <a:r>
              <a:rPr lang="ru-RU" dirty="0" err="1"/>
              <a:t>Немтинов</a:t>
            </a:r>
            <a:r>
              <a:rPr lang="ru-RU" dirty="0"/>
              <a:t> Михаил</a:t>
            </a:r>
          </a:p>
          <a:p>
            <a:pPr>
              <a:lnSpc>
                <a:spcPct val="100000"/>
              </a:lnSpc>
            </a:pPr>
            <a:r>
              <a:rPr lang="ru-RU" dirty="0"/>
              <a:t>Соколова Любовь </a:t>
            </a:r>
          </a:p>
          <a:p>
            <a:pPr>
              <a:lnSpc>
                <a:spcPct val="100000"/>
              </a:lnSpc>
            </a:pPr>
            <a:r>
              <a:rPr lang="ru-RU" dirty="0"/>
              <a:t>Тесленко Павел</a:t>
            </a:r>
          </a:p>
          <a:p>
            <a:pPr>
              <a:lnSpc>
                <a:spcPct val="100000"/>
              </a:lnSpc>
            </a:pPr>
            <a:r>
              <a:rPr lang="ru-RU" dirty="0" err="1"/>
              <a:t>Шайхутдинова</a:t>
            </a:r>
            <a:r>
              <a:rPr lang="ru-RU" dirty="0"/>
              <a:t> Регина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dirty="0"/>
              <a:t>ССЫЛКИ НА ИСПОЛЬЗОВАННЫЕ МАТЕРИАЛЫ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 rtl="0"/>
            <a:r>
              <a:rPr lang="en-US" dirty="0"/>
              <a:t>https://assetstore.unity.com/</a:t>
            </a:r>
          </a:p>
          <a:p>
            <a:pPr rtl="0"/>
            <a:r>
              <a:rPr lang="en-US" dirty="0"/>
              <a:t>https://poly.pizza/</a:t>
            </a:r>
          </a:p>
          <a:p>
            <a:pPr rtl="0"/>
            <a:r>
              <a:rPr lang="en-US" dirty="0"/>
              <a:t>https://www.mixamo.com/</a:t>
            </a:r>
            <a:endParaRPr lang="ru-RU" dirty="0"/>
          </a:p>
          <a:p>
            <a:pPr rtl="0"/>
            <a:endParaRPr lang="ru-RU" dirty="0"/>
          </a:p>
          <a:p>
            <a:pPr rtl="0"/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 dirty="0"/>
              <a:t>20</a:t>
            </a:r>
            <a:r>
              <a:rPr lang="en-US" dirty="0"/>
              <a:t>23 </a:t>
            </a:r>
            <a:r>
              <a:rPr lang="ru-RU" dirty="0"/>
              <a:t>г.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theme/theme1.xml><?xml version="1.0" encoding="utf-8"?>
<a:theme xmlns:a="http://schemas.openxmlformats.org/drawingml/2006/main" name="Одиночная линия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43_TF56180624_Win32" id="{67C9E7EB-4B67-47D2-AC94-A62F98E9F47B}" vid="{DA75A8E3-E007-44ED-9BA5-5388846DD69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Минималистичная светлая презентация</Template>
  <TotalTime>160</TotalTime>
  <Words>466</Words>
  <Application>Microsoft Office PowerPoint</Application>
  <PresentationFormat>Широкоэкранный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Одиночная линия</vt:lpstr>
      <vt:lpstr>КОМАНДНАЯ РАЗРАБОТКА</vt:lpstr>
      <vt:lpstr>ОПИСАНИЕ ПРОЕКТА</vt:lpstr>
      <vt:lpstr>Ключевые особенности игр rogue-lite</vt:lpstr>
      <vt:lpstr>Реализованный  Функционал</vt:lpstr>
      <vt:lpstr>МЕНЮ</vt:lpstr>
      <vt:lpstr>ГЕЙМПЛЕЙ</vt:lpstr>
      <vt:lpstr>Повышение уровня</vt:lpstr>
      <vt:lpstr>Завершение игры</vt:lpstr>
      <vt:lpstr>Дальнейшее развития</vt:lpstr>
      <vt:lpstr>ТЕХНИЧЕСКИЕ АСПЕКТЫ</vt:lpstr>
      <vt:lpstr>Команда разработчиков</vt:lpstr>
      <vt:lpstr>ССЫЛКИ НА ИСПОЛЬЗОВАННЫЕ МАТЕРИАЛЫ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Набор слайдов для презентации</dc:title>
  <dc:creator>Falke Liebe</dc:creator>
  <cp:lastModifiedBy>Falke Liebe</cp:lastModifiedBy>
  <cp:revision>38</cp:revision>
  <dcterms:created xsi:type="dcterms:W3CDTF">2023-06-28T07:38:46Z</dcterms:created>
  <dcterms:modified xsi:type="dcterms:W3CDTF">2023-06-29T17:48:25Z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